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63" r:id="rId5"/>
    <p:sldId id="264" r:id="rId6"/>
    <p:sldId id="258" r:id="rId7"/>
    <p:sldId id="267" r:id="rId8"/>
    <p:sldId id="266" r:id="rId9"/>
    <p:sldId id="262" r:id="rId10"/>
    <p:sldId id="269" r:id="rId11"/>
    <p:sldId id="270" r:id="rId12"/>
    <p:sldId id="271" r:id="rId13"/>
    <p:sldId id="272" r:id="rId14"/>
    <p:sldId id="259" r:id="rId1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94"/>
  </p:normalViewPr>
  <p:slideViewPr>
    <p:cSldViewPr snapToGrid="0">
      <p:cViewPr>
        <p:scale>
          <a:sx n="187" d="100"/>
          <a:sy n="187" d="100"/>
        </p:scale>
        <p:origin x="144" y="-59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F93E6-C0A2-3C43-A25D-46E00F57C1FC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90057-52A9-0B4A-97E7-AE91F60C133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8437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090057-52A9-0B4A-97E7-AE91F60C1332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7955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7F3D-D113-090A-07CA-99AAF5276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36F35-8DDB-4CC8-FA04-EA6D23E2E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7E1BB-60DB-31D4-4F98-55B6A359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DA3C7-8BD2-25AA-B292-00BEC9DC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AFBB5-572E-2CB2-4D08-CE627BFC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2873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F4D09-4AC3-E76A-2790-2B64DC4B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B2119-68B4-6A16-B9EC-AD52D7F1E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048E2-AB7E-7F32-556F-12592AB9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2CE25-C922-EA06-A762-35A0270EB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B412B-FA86-9637-6CD9-C58F2397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77784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3485-F3D2-F94B-A125-8B0D927E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B09D3-8BBB-F0FE-5047-64F88B9F1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2DA17-F391-056B-A400-28D014A2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8D160-A34A-E56C-0020-32FDE021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016BE-031F-919B-1220-49CFD566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3105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D2DF-7A30-BE44-D541-B22F0199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5EB37-B3BA-9F3F-21BE-B10F3DB22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AD495-31C4-3210-5AF3-8F1ECF0A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A7F55-DEDF-A1AD-9420-6E3D2861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CFA66-EC52-080A-DFD9-5E24071EC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B5C26-7F08-0B4D-E6CE-5271BBE3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5453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1E42-1494-8FAB-52E2-596B38B1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EC3FA-D320-C5A1-F3F7-E035189B5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5AB01-6CDD-D3D1-0B4A-6D6DF132F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172D7E-D20B-4952-8441-8A0FC8C4B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24EC0-2E1D-7E34-6304-DC1095051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68D0F-7626-82F7-538B-13EDBE011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A8E20-F825-437A-E277-5427BAD3E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394C2-A68F-0501-B534-87DA8B9F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7056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51CD-BE67-30F6-A8A3-4310ACBC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57BB5-E269-578D-EEDB-E2354EFD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4E3F-D808-6504-A4AB-7678EAD7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9A8DB-B811-D52C-86E8-86E11CCA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459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FC5BAB-5D2D-D0B0-7123-4CE9AB8F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FDAF3-1EAA-4118-1242-6C6E4D81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1156B-8CDE-F0DF-54F6-B9CE5DBA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1958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3B3FC-E5E6-B446-DF6A-F1FE41BD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0B898-B28A-A846-D5E6-971649256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B77A1-60C3-1FFA-BFDD-1998B4FAC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84F00-3110-25C0-B650-BAB4AF63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8E11C-D8A1-8242-8397-0246E0BE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E458A-1DAC-3806-DFEF-75E0F0E5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7501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7BAA-6FC6-4E0D-E26B-73EB9F8D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C835D-2309-F155-0847-F239795D2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650BF-5393-6480-C409-C16473C44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31798-0389-D2E1-1AED-2FDDF107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82AE2-08DA-0D00-E68F-46CD0DC4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A5F7A-DD55-3052-6024-2AA1DA782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215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C78B-512E-40A5-E61A-840FAD608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077A3-8B5D-3749-3B2C-C357D15B9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0DC8-6CF1-2B74-0454-7643CF3B4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1C614-8615-9C57-0A07-98E014954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11A52-340A-943B-947D-299A34D6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55018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FE08D-A755-4970-4CED-A1FCB394EE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01C55-E3A8-421E-B337-6FEA687B4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AA6FE-AEA3-94BC-18DE-FE8B4239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B74B4-2F08-DF3D-D4D5-814DAA0D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C4DA-6131-030F-E3F3-A9E8DCBD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8237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0FEB1-3BE5-BE80-8492-C6895534E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EFDC-B4F4-4A3F-C2F1-AFAE15DDA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00BBF-0D99-C593-7EEC-F4A052A89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49569-A6B7-8247-A4AB-597337DE35C4}" type="datetimeFigureOut">
              <a:rPr lang="en-CH" smtClean="0"/>
              <a:t>18.04.2026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F0B93-201B-CD8A-404E-14F864477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17793-F7CC-3B52-CDB7-21D33B1E2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4B75D-1B92-7D4E-AF9A-0025AC41325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3059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EFB4A4-AC0D-EB79-2A21-9B26932A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63"/>
          <a:stretch>
            <a:fillRect/>
          </a:stretch>
        </p:blipFill>
        <p:spPr>
          <a:xfrm>
            <a:off x="4419174" y="401052"/>
            <a:ext cx="4783686" cy="30005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BD63ED-0B4D-A854-4131-A71EC0450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9D48FD-BBA3-4A1F-E7E5-B93D2CE46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8CF69E7-4D6C-5EB8-E9C5-7E606FAD26B9}"/>
              </a:ext>
            </a:extLst>
          </p:cNvPr>
          <p:cNvSpPr/>
          <p:nvPr/>
        </p:nvSpPr>
        <p:spPr>
          <a:xfrm>
            <a:off x="501706" y="1691236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8D029-64EA-6346-1A68-A61CEDF1D9C5}"/>
              </a:ext>
            </a:extLst>
          </p:cNvPr>
          <p:cNvSpPr/>
          <p:nvPr/>
        </p:nvSpPr>
        <p:spPr>
          <a:xfrm>
            <a:off x="8310090" y="1601230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7B62CA7-1282-19F5-2FFF-D676DCD3E5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3471" b="93710"/>
          <a:stretch>
            <a:fillRect/>
          </a:stretch>
        </p:blipFill>
        <p:spPr>
          <a:xfrm>
            <a:off x="5077721" y="1299730"/>
            <a:ext cx="267115" cy="2573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1B804F0-C419-9972-ED6B-CF057AB3CA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38" t="164" r="86733" b="93546"/>
          <a:stretch>
            <a:fillRect/>
          </a:stretch>
        </p:blipFill>
        <p:spPr>
          <a:xfrm>
            <a:off x="5077720" y="1891224"/>
            <a:ext cx="267115" cy="257362"/>
          </a:xfrm>
          <a:prstGeom prst="rect">
            <a:avLst/>
          </a:prstGeom>
        </p:spPr>
      </p:pic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4A5C3A0B-CBC7-2627-5E88-42CDE433FBB9}"/>
              </a:ext>
            </a:extLst>
          </p:cNvPr>
          <p:cNvCxnSpPr>
            <a:cxnSpLocks/>
          </p:cNvCxnSpPr>
          <p:nvPr/>
        </p:nvCxnSpPr>
        <p:spPr>
          <a:xfrm flipV="1">
            <a:off x="898216" y="919037"/>
            <a:ext cx="2935116" cy="772199"/>
          </a:xfrm>
          <a:prstGeom prst="bentConnector3">
            <a:avLst>
              <a:gd name="adj1" fmla="val 6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336004CD-1663-2546-A322-AB770ABD8E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71" t="13465" r="79900" b="80245"/>
          <a:stretch>
            <a:fillRect/>
          </a:stretch>
        </p:blipFill>
        <p:spPr>
          <a:xfrm>
            <a:off x="5077720" y="3072190"/>
            <a:ext cx="267115" cy="2573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FBE267-0847-C3B1-CD7C-C3D469060E9E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5221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A3C7-07D4-027E-1365-4EA2586C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FAAAF9E-1E69-ED09-E516-157754EFCA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63"/>
          <a:stretch>
            <a:fillRect/>
          </a:stretch>
        </p:blipFill>
        <p:spPr>
          <a:xfrm>
            <a:off x="4419174" y="401052"/>
            <a:ext cx="4783686" cy="30005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7D3AF3-DC50-7F03-2076-FBC9CE91F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1401F-B28F-79D0-41F7-3091E51BE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7BEDE1-A577-6382-3BC0-634E491D8BD6}"/>
              </a:ext>
            </a:extLst>
          </p:cNvPr>
          <p:cNvSpPr/>
          <p:nvPr/>
        </p:nvSpPr>
        <p:spPr>
          <a:xfrm>
            <a:off x="732098" y="1644102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06453E-2B1E-04FD-419D-876602085ADC}"/>
              </a:ext>
            </a:extLst>
          </p:cNvPr>
          <p:cNvSpPr/>
          <p:nvPr/>
        </p:nvSpPr>
        <p:spPr>
          <a:xfrm>
            <a:off x="8584410" y="1566994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2746A1-49FF-DE08-19EE-2B1D0FD824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16" t="158" r="86655" b="93552"/>
          <a:stretch>
            <a:fillRect/>
          </a:stretch>
        </p:blipFill>
        <p:spPr>
          <a:xfrm>
            <a:off x="5077721" y="1299730"/>
            <a:ext cx="267115" cy="2573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43DC32B-6D4C-0C0A-A0E8-52A1AA1862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54" t="5" r="79917" b="93705"/>
          <a:stretch>
            <a:fillRect/>
          </a:stretch>
        </p:blipFill>
        <p:spPr>
          <a:xfrm>
            <a:off x="5077720" y="1891224"/>
            <a:ext cx="267115" cy="257362"/>
          </a:xfrm>
          <a:prstGeom prst="rect">
            <a:avLst/>
          </a:prstGeom>
        </p:spPr>
      </p:pic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CE673301-0CE3-84CE-8222-DBF3FBF315D8}"/>
              </a:ext>
            </a:extLst>
          </p:cNvPr>
          <p:cNvCxnSpPr>
            <a:cxnSpLocks/>
          </p:cNvCxnSpPr>
          <p:nvPr/>
        </p:nvCxnSpPr>
        <p:spPr>
          <a:xfrm flipV="1">
            <a:off x="1128608" y="919037"/>
            <a:ext cx="2704724" cy="725065"/>
          </a:xfrm>
          <a:prstGeom prst="bentConnector3">
            <a:avLst>
              <a:gd name="adj1" fmla="val 3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4FAB702F-4D56-3DF4-DB6A-25C95BD16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70" t="13465" r="73401" b="80245"/>
          <a:stretch>
            <a:fillRect/>
          </a:stretch>
        </p:blipFill>
        <p:spPr>
          <a:xfrm>
            <a:off x="5077720" y="3072190"/>
            <a:ext cx="267115" cy="25736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E238192-99F0-81A2-ECEB-AEC0F9216A6E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845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39FE-0D8D-BC3D-E686-B958F60C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D6335F1-A217-81B0-817D-63F35ACA6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63"/>
          <a:stretch>
            <a:fillRect/>
          </a:stretch>
        </p:blipFill>
        <p:spPr>
          <a:xfrm>
            <a:off x="4419174" y="401052"/>
            <a:ext cx="4783686" cy="30005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5BF6CD-26E2-EA3F-E2F0-05B78F9BD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55E64B-91D6-A80A-1A7A-5B59F8719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2316F5-B179-2227-A3D3-4AEB35264E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984" t="40234" r="53487" b="53476"/>
          <a:stretch>
            <a:fillRect/>
          </a:stretch>
        </p:blipFill>
        <p:spPr>
          <a:xfrm>
            <a:off x="5077721" y="1299730"/>
            <a:ext cx="267115" cy="2573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04B0B036-875A-29D4-1607-399BA185BF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58" t="40069" r="46713" b="53641"/>
          <a:stretch>
            <a:fillRect/>
          </a:stretch>
        </p:blipFill>
        <p:spPr>
          <a:xfrm>
            <a:off x="5077720" y="1891224"/>
            <a:ext cx="267115" cy="257362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C35B464F-54C4-3E24-CA9C-2859D94608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42" t="53613" r="39929" b="40097"/>
          <a:stretch>
            <a:fillRect/>
          </a:stretch>
        </p:blipFill>
        <p:spPr>
          <a:xfrm>
            <a:off x="5077720" y="3072190"/>
            <a:ext cx="267115" cy="25736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9808B03-28E7-0163-B7BF-08FEBFE92F9C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91FAD7-3C85-8EF2-DB70-A49EEEC9D02D}"/>
              </a:ext>
            </a:extLst>
          </p:cNvPr>
          <p:cNvSpPr/>
          <p:nvPr/>
        </p:nvSpPr>
        <p:spPr>
          <a:xfrm>
            <a:off x="1956350" y="3033676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3D235-1EB1-EE81-1535-1F5B0E303BF0}"/>
              </a:ext>
            </a:extLst>
          </p:cNvPr>
          <p:cNvSpPr/>
          <p:nvPr/>
        </p:nvSpPr>
        <p:spPr>
          <a:xfrm>
            <a:off x="9994589" y="3456179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8730D383-D457-5737-60C6-38BC698B3291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2042403" y="1229495"/>
            <a:ext cx="2114638" cy="1493724"/>
          </a:xfrm>
          <a:prstGeom prst="bentConnector3">
            <a:avLst>
              <a:gd name="adj1" fmla="val 1001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87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28FE-1350-0CE4-C2C9-477053B6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DB157-E721-7656-FA0D-BAEC1B1DA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88"/>
          <a:stretch>
            <a:fillRect/>
          </a:stretch>
        </p:blipFill>
        <p:spPr>
          <a:xfrm>
            <a:off x="4421053" y="401052"/>
            <a:ext cx="4783686" cy="3003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911599-BF57-2B6F-296A-C2439A1B9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6140A4-13F1-37A6-906E-8E742CE4C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FE990F-7AE2-C6CF-15F1-0A01DEDAA505}"/>
              </a:ext>
            </a:extLst>
          </p:cNvPr>
          <p:cNvSpPr/>
          <p:nvPr/>
        </p:nvSpPr>
        <p:spPr>
          <a:xfrm>
            <a:off x="501706" y="1691236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3CAE23-0572-538D-8FD5-7105BE08420F}"/>
              </a:ext>
            </a:extLst>
          </p:cNvPr>
          <p:cNvSpPr/>
          <p:nvPr/>
        </p:nvSpPr>
        <p:spPr>
          <a:xfrm>
            <a:off x="8310090" y="1601230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6BF601-FEB0-CD1A-6A7E-B2E8E3D1D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3471" b="93710"/>
          <a:stretch>
            <a:fillRect/>
          </a:stretch>
        </p:blipFill>
        <p:spPr>
          <a:xfrm>
            <a:off x="5077721" y="1299730"/>
            <a:ext cx="267115" cy="2573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49985C9-6E8F-78EC-5C40-C057AAB45D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38" t="164" r="86733" b="93546"/>
          <a:stretch>
            <a:fillRect/>
          </a:stretch>
        </p:blipFill>
        <p:spPr>
          <a:xfrm>
            <a:off x="5077720" y="1891224"/>
            <a:ext cx="267115" cy="257362"/>
          </a:xfrm>
          <a:prstGeom prst="rect">
            <a:avLst/>
          </a:prstGeom>
        </p:spPr>
      </p:pic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87F5212D-5F71-6CD6-2B97-F2971354244E}"/>
              </a:ext>
            </a:extLst>
          </p:cNvPr>
          <p:cNvCxnSpPr>
            <a:cxnSpLocks/>
          </p:cNvCxnSpPr>
          <p:nvPr/>
        </p:nvCxnSpPr>
        <p:spPr>
          <a:xfrm flipV="1">
            <a:off x="898216" y="919037"/>
            <a:ext cx="2935116" cy="772199"/>
          </a:xfrm>
          <a:prstGeom prst="bentConnector3">
            <a:avLst>
              <a:gd name="adj1" fmla="val 6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CFB924E4-58BD-D3B1-E0A8-779ABF3EB0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71" t="13465" r="79900" b="80245"/>
          <a:stretch>
            <a:fillRect/>
          </a:stretch>
        </p:blipFill>
        <p:spPr>
          <a:xfrm>
            <a:off x="5077720" y="3072190"/>
            <a:ext cx="267115" cy="25736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2A1797-FEC9-7F98-0805-F125512B1484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9316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A485-5A50-DBAA-1381-C8D75B042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5EA6AA-B77E-92F0-C257-70C1B1CFE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88"/>
          <a:stretch>
            <a:fillRect/>
          </a:stretch>
        </p:blipFill>
        <p:spPr>
          <a:xfrm>
            <a:off x="4421053" y="401052"/>
            <a:ext cx="4783686" cy="30031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50CB40-BEDA-6A93-9304-239043449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E4A3C-2982-4030-3F4B-A63A9047F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639895-31E2-6A9B-DF81-3DD6AA993822}"/>
              </a:ext>
            </a:extLst>
          </p:cNvPr>
          <p:cNvSpPr/>
          <p:nvPr/>
        </p:nvSpPr>
        <p:spPr>
          <a:xfrm>
            <a:off x="732098" y="1644102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65AF7E-175B-95DA-9304-A0762ECED7AE}"/>
              </a:ext>
            </a:extLst>
          </p:cNvPr>
          <p:cNvSpPr/>
          <p:nvPr/>
        </p:nvSpPr>
        <p:spPr>
          <a:xfrm>
            <a:off x="8584410" y="1566994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5D203A-1F92-1914-B63C-C72ABFBA99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16" t="158" r="86655" b="93552"/>
          <a:stretch>
            <a:fillRect/>
          </a:stretch>
        </p:blipFill>
        <p:spPr>
          <a:xfrm>
            <a:off x="5077721" y="1299730"/>
            <a:ext cx="267115" cy="25736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8670D68C-7493-BEC7-E3C0-8EE9764A07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54" t="5" r="79917" b="93705"/>
          <a:stretch>
            <a:fillRect/>
          </a:stretch>
        </p:blipFill>
        <p:spPr>
          <a:xfrm>
            <a:off x="5077720" y="1891224"/>
            <a:ext cx="267115" cy="257362"/>
          </a:xfrm>
          <a:prstGeom prst="rect">
            <a:avLst/>
          </a:prstGeom>
        </p:spPr>
      </p:pic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AB266063-26F5-46B8-FFA0-02F9FEC1CC8F}"/>
              </a:ext>
            </a:extLst>
          </p:cNvPr>
          <p:cNvCxnSpPr>
            <a:cxnSpLocks/>
          </p:cNvCxnSpPr>
          <p:nvPr/>
        </p:nvCxnSpPr>
        <p:spPr>
          <a:xfrm flipV="1">
            <a:off x="1128608" y="919037"/>
            <a:ext cx="2704724" cy="725065"/>
          </a:xfrm>
          <a:prstGeom prst="bentConnector3">
            <a:avLst>
              <a:gd name="adj1" fmla="val 3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CE2C4A77-41F5-6054-6D13-73F32FA559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70" t="13465" r="73401" b="80245"/>
          <a:stretch>
            <a:fillRect/>
          </a:stretch>
        </p:blipFill>
        <p:spPr>
          <a:xfrm>
            <a:off x="5077720" y="3072190"/>
            <a:ext cx="267115" cy="25736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2EA46B-46EE-B3C4-715A-4AE668F90326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8398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71D9-2272-9B62-75F3-222AD56B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1C921E4-79BC-2C60-3190-38F77247C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C5C130-6701-D192-F2DA-BDAE58DD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4BF1337-A794-A633-EC97-AC4AF282B1E3}"/>
              </a:ext>
            </a:extLst>
          </p:cNvPr>
          <p:cNvSpPr/>
          <p:nvPr/>
        </p:nvSpPr>
        <p:spPr>
          <a:xfrm>
            <a:off x="501706" y="1691236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F4A31-2327-C3B9-D5E6-83373B5FABA0}"/>
              </a:ext>
            </a:extLst>
          </p:cNvPr>
          <p:cNvSpPr/>
          <p:nvPr/>
        </p:nvSpPr>
        <p:spPr>
          <a:xfrm>
            <a:off x="8310090" y="1601230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4E03B4D0-8A70-0CCD-29A1-111C1ADA77FF}"/>
              </a:ext>
            </a:extLst>
          </p:cNvPr>
          <p:cNvCxnSpPr>
            <a:cxnSpLocks/>
          </p:cNvCxnSpPr>
          <p:nvPr/>
        </p:nvCxnSpPr>
        <p:spPr>
          <a:xfrm flipV="1">
            <a:off x="898216" y="919037"/>
            <a:ext cx="2935116" cy="772199"/>
          </a:xfrm>
          <a:prstGeom prst="bentConnector3">
            <a:avLst>
              <a:gd name="adj1" fmla="val 6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4DAA9B7-2707-D362-6CA0-57DBFF78D425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78E50-7539-DDEE-1177-7AE22AA0F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994" b="80087"/>
          <a:stretch>
            <a:fillRect/>
          </a:stretch>
        </p:blipFill>
        <p:spPr>
          <a:xfrm>
            <a:off x="5152672" y="572383"/>
            <a:ext cx="818525" cy="814733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11D35C-93B8-9B16-AF27-A6C1031F3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97" y="1012582"/>
            <a:ext cx="1054924" cy="90192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72555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0BB8A-E44B-5DAC-79A0-6D0D090A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947FC4C-4576-1BB7-9BBB-7264F3D8D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2FDE91-29F8-6864-8E91-2FC14529D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7B98C4-F29D-750C-4F88-4BE72AD45681}"/>
              </a:ext>
            </a:extLst>
          </p:cNvPr>
          <p:cNvSpPr/>
          <p:nvPr/>
        </p:nvSpPr>
        <p:spPr>
          <a:xfrm>
            <a:off x="501706" y="1691236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FAF13B-BF37-95BE-A756-704BA0C93DF8}"/>
              </a:ext>
            </a:extLst>
          </p:cNvPr>
          <p:cNvSpPr/>
          <p:nvPr/>
        </p:nvSpPr>
        <p:spPr>
          <a:xfrm>
            <a:off x="8310090" y="1601230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EE899F45-2148-574B-EBC6-95419EFD5C6E}"/>
              </a:ext>
            </a:extLst>
          </p:cNvPr>
          <p:cNvCxnSpPr>
            <a:cxnSpLocks/>
          </p:cNvCxnSpPr>
          <p:nvPr/>
        </p:nvCxnSpPr>
        <p:spPr>
          <a:xfrm flipV="1">
            <a:off x="898216" y="919037"/>
            <a:ext cx="2935116" cy="772199"/>
          </a:xfrm>
          <a:prstGeom prst="bentConnector3">
            <a:avLst>
              <a:gd name="adj1" fmla="val 6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2272DFE-7C04-3417-A083-2E04AF74D055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2D128D-C480-8B93-9357-0FF26C936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994" b="80087"/>
          <a:stretch>
            <a:fillRect/>
          </a:stretch>
        </p:blipFill>
        <p:spPr>
          <a:xfrm>
            <a:off x="5152672" y="572383"/>
            <a:ext cx="818525" cy="814733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2A05B9-4F85-DE52-3591-E5FE79852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97" y="1012582"/>
            <a:ext cx="1054924" cy="90192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B53F5A-9BE9-924D-D4C8-007031F1C7D0}"/>
              </a:ext>
            </a:extLst>
          </p:cNvPr>
          <p:cNvSpPr txBox="1"/>
          <p:nvPr/>
        </p:nvSpPr>
        <p:spPr>
          <a:xfrm rot="21103246">
            <a:off x="8313584" y="944541"/>
            <a:ext cx="359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 dirty="0"/>
              <a:t>Feature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1E23B-6AEB-C686-0214-F551131349E2}"/>
              </a:ext>
            </a:extLst>
          </p:cNvPr>
          <p:cNvSpPr txBox="1"/>
          <p:nvPr/>
        </p:nvSpPr>
        <p:spPr>
          <a:xfrm rot="21141194">
            <a:off x="5652812" y="674329"/>
            <a:ext cx="169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 dirty="0"/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18314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2C56-B3DF-3450-FDC7-BF176EF16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496D6A-1FB0-11E0-4F9A-AA84FD995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A3D486-D4E4-201F-5C29-A6B73A54F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93304B-D7DB-3CFB-782B-B56D4F71CB15}"/>
              </a:ext>
            </a:extLst>
          </p:cNvPr>
          <p:cNvSpPr/>
          <p:nvPr/>
        </p:nvSpPr>
        <p:spPr>
          <a:xfrm>
            <a:off x="732098" y="1644102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21A545-71AB-29F8-E590-568C901E95F5}"/>
              </a:ext>
            </a:extLst>
          </p:cNvPr>
          <p:cNvSpPr/>
          <p:nvPr/>
        </p:nvSpPr>
        <p:spPr>
          <a:xfrm>
            <a:off x="8584410" y="1566994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DA72445B-1EA1-9515-2599-6FE92C04E4B0}"/>
              </a:ext>
            </a:extLst>
          </p:cNvPr>
          <p:cNvCxnSpPr>
            <a:cxnSpLocks/>
          </p:cNvCxnSpPr>
          <p:nvPr/>
        </p:nvCxnSpPr>
        <p:spPr>
          <a:xfrm flipV="1">
            <a:off x="1128608" y="919037"/>
            <a:ext cx="2704724" cy="725065"/>
          </a:xfrm>
          <a:prstGeom prst="bentConnector3">
            <a:avLst>
              <a:gd name="adj1" fmla="val 36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38853-743C-30F8-21A9-0F41DBA0510B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817966-5F40-D3F0-ED8A-E866B9E3F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04" t="-326" r="73390" b="80413"/>
          <a:stretch>
            <a:fillRect/>
          </a:stretch>
        </p:blipFill>
        <p:spPr>
          <a:xfrm>
            <a:off x="5152672" y="563418"/>
            <a:ext cx="818525" cy="814733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A1418-F64F-C6FB-C506-8D476290B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97" y="1012582"/>
            <a:ext cx="1054924" cy="90192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AF6897-4681-2A50-4479-DCFD54DE40C7}"/>
              </a:ext>
            </a:extLst>
          </p:cNvPr>
          <p:cNvSpPr txBox="1"/>
          <p:nvPr/>
        </p:nvSpPr>
        <p:spPr>
          <a:xfrm rot="21103246">
            <a:off x="8313584" y="944541"/>
            <a:ext cx="359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 dirty="0"/>
              <a:t>Feature 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90E34-27DA-5065-3941-0A0A66B1788E}"/>
              </a:ext>
            </a:extLst>
          </p:cNvPr>
          <p:cNvSpPr txBox="1"/>
          <p:nvPr/>
        </p:nvSpPr>
        <p:spPr>
          <a:xfrm rot="21141194">
            <a:off x="5652812" y="674329"/>
            <a:ext cx="169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 dirty="0"/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1081335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B7F1-2453-7DF6-1923-8985D501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74D6BF1-1392-48AB-C3AD-61052F3E5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541" y="124349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6ADC0E-F94C-0790-1534-CBF7CF6FF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2D2D69-6F07-0176-8C35-4F86F0072E3A}"/>
              </a:ext>
            </a:extLst>
          </p:cNvPr>
          <p:cNvSpPr/>
          <p:nvPr/>
        </p:nvSpPr>
        <p:spPr>
          <a:xfrm>
            <a:off x="1956350" y="3033676"/>
            <a:ext cx="793020" cy="817296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432229-CAE0-6B8B-AC76-1AE50A4E1272}"/>
              </a:ext>
            </a:extLst>
          </p:cNvPr>
          <p:cNvSpPr/>
          <p:nvPr/>
        </p:nvSpPr>
        <p:spPr>
          <a:xfrm>
            <a:off x="9994589" y="3456179"/>
            <a:ext cx="295275" cy="280438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6838760E-3684-73FF-31AF-6F7DFAA8904B}"/>
              </a:ext>
            </a:extLst>
          </p:cNvPr>
          <p:cNvCxnSpPr>
            <a:cxnSpLocks/>
            <a:stCxn id="8" idx="0"/>
          </p:cNvCxnSpPr>
          <p:nvPr/>
        </p:nvCxnSpPr>
        <p:spPr>
          <a:xfrm rot="5400000" flipH="1" flipV="1">
            <a:off x="2042403" y="1229495"/>
            <a:ext cx="2114638" cy="1493724"/>
          </a:xfrm>
          <a:prstGeom prst="bentConnector3">
            <a:avLst>
              <a:gd name="adj1" fmla="val 1001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F84B6EF-971B-BEE0-50CA-D235D8E3FA6F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5F653B-E0B2-040C-142B-7759403F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949" t="40156" r="40045" b="39931"/>
          <a:stretch>
            <a:fillRect/>
          </a:stretch>
        </p:blipFill>
        <p:spPr>
          <a:xfrm>
            <a:off x="5160280" y="563418"/>
            <a:ext cx="818525" cy="814733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5CABEA-22D4-DBA3-A761-DB6E30814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97" y="1012582"/>
            <a:ext cx="1054924" cy="90192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BB50EA-54F8-3203-3A5A-6FF3D052222D}"/>
              </a:ext>
            </a:extLst>
          </p:cNvPr>
          <p:cNvSpPr txBox="1"/>
          <p:nvPr/>
        </p:nvSpPr>
        <p:spPr>
          <a:xfrm rot="21103246">
            <a:off x="8313584" y="944541"/>
            <a:ext cx="3597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 dirty="0"/>
              <a:t>Feature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EF4A7C-C2AD-CDA1-CB2B-2AB428C73AEE}"/>
              </a:ext>
            </a:extLst>
          </p:cNvPr>
          <p:cNvSpPr txBox="1"/>
          <p:nvPr/>
        </p:nvSpPr>
        <p:spPr>
          <a:xfrm rot="21141194">
            <a:off x="5652812" y="674329"/>
            <a:ext cx="169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b="1" dirty="0"/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1344716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5A81-CC20-75DC-9FB9-83CCC9B2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1F98C92-691B-0229-3CE1-AC2AC303F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4" y="1383271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F995DAF-1F5A-5152-D34E-D84D6F4CAD53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28B23-E0F1-E02C-8A96-3AB41003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162" y="116305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208AC1-98A7-5BC6-A9F5-59EEB7A2AE66}"/>
              </a:ext>
            </a:extLst>
          </p:cNvPr>
          <p:cNvSpPr/>
          <p:nvPr/>
        </p:nvSpPr>
        <p:spPr>
          <a:xfrm>
            <a:off x="501706" y="1713345"/>
            <a:ext cx="607373" cy="614219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B02A888A-8A28-678B-D626-95354F18AD10}"/>
              </a:ext>
            </a:extLst>
          </p:cNvPr>
          <p:cNvCxnSpPr>
            <a:cxnSpLocks/>
          </p:cNvCxnSpPr>
          <p:nvPr/>
        </p:nvCxnSpPr>
        <p:spPr>
          <a:xfrm flipV="1">
            <a:off x="898216" y="919037"/>
            <a:ext cx="2935116" cy="772199"/>
          </a:xfrm>
          <a:prstGeom prst="bentConnector3">
            <a:avLst>
              <a:gd name="adj1" fmla="val 6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934C980-8F61-8D54-D352-BE80C7EF0819}"/>
              </a:ext>
            </a:extLst>
          </p:cNvPr>
          <p:cNvSpPr/>
          <p:nvPr/>
        </p:nvSpPr>
        <p:spPr>
          <a:xfrm>
            <a:off x="8147677" y="1496790"/>
            <a:ext cx="546538" cy="520261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DBE3E7-1738-2652-5807-BFF0BCE7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473" b="84585"/>
          <a:stretch>
            <a:fillRect/>
          </a:stretch>
        </p:blipFill>
        <p:spPr>
          <a:xfrm>
            <a:off x="4609376" y="603696"/>
            <a:ext cx="635270" cy="63068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58B42B-73E4-A62E-11EB-B5CA01904DC0}"/>
              </a:ext>
            </a:extLst>
          </p:cNvPr>
          <p:cNvCxnSpPr/>
          <p:nvPr/>
        </p:nvCxnSpPr>
        <p:spPr>
          <a:xfrm>
            <a:off x="5339729" y="934560"/>
            <a:ext cx="756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0EEC2C-6ED3-0428-95D1-437687D7A597}"/>
                  </a:ext>
                </a:extLst>
              </p:cNvPr>
              <p:cNvSpPr txBox="1"/>
              <p:nvPr/>
            </p:nvSpPr>
            <p:spPr>
              <a:xfrm>
                <a:off x="5375975" y="571038"/>
                <a:ext cx="68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0EEC2C-6ED3-0428-95D1-437687D7A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75" y="571038"/>
                <a:ext cx="6837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6331CC63-480E-2F3F-D52D-F8022E665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7" r="84473" b="92444"/>
          <a:stretch>
            <a:fillRect/>
          </a:stretch>
        </p:blipFill>
        <p:spPr>
          <a:xfrm>
            <a:off x="6227329" y="770226"/>
            <a:ext cx="319531" cy="30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82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EAB8-A5DF-94DD-FCBF-62443D84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57B667-FBCE-9A82-415E-3CDF2EBB7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4" y="1383271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EDA8DD5-A46C-E43D-34A1-BB6E3AEC4B24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572AE-F182-8E56-C8C4-1F543F7B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162" y="116305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C87127D-5E16-A55C-8B66-67B7433A065B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2246371" y="41910"/>
            <a:ext cx="709832" cy="246408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4630F56-184F-75A9-BC54-71E83BAB77B6}"/>
              </a:ext>
            </a:extLst>
          </p:cNvPr>
          <p:cNvSpPr/>
          <p:nvPr/>
        </p:nvSpPr>
        <p:spPr>
          <a:xfrm>
            <a:off x="8676319" y="1439638"/>
            <a:ext cx="546538" cy="520261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476BE5-2F5C-9CD5-78E5-47124AF1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92" r="69181" b="84585"/>
          <a:stretch>
            <a:fillRect/>
          </a:stretch>
        </p:blipFill>
        <p:spPr>
          <a:xfrm>
            <a:off x="4609376" y="603696"/>
            <a:ext cx="635270" cy="63068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0B8216-6B1B-C378-6CC4-48223AD647AA}"/>
              </a:ext>
            </a:extLst>
          </p:cNvPr>
          <p:cNvCxnSpPr/>
          <p:nvPr/>
        </p:nvCxnSpPr>
        <p:spPr>
          <a:xfrm>
            <a:off x="5339729" y="934560"/>
            <a:ext cx="756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80FC73-7539-832B-B1A8-A38FD40BAF76}"/>
                  </a:ext>
                </a:extLst>
              </p:cNvPr>
              <p:cNvSpPr txBox="1"/>
              <p:nvPr/>
            </p:nvSpPr>
            <p:spPr>
              <a:xfrm>
                <a:off x="5375975" y="571038"/>
                <a:ext cx="68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80FC73-7539-832B-B1A8-A38FD40BA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75" y="571038"/>
                <a:ext cx="6837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C0734BAA-5FD1-92B3-D606-C5041DB87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15" t="66" r="69175" b="92378"/>
          <a:stretch>
            <a:fillRect/>
          </a:stretch>
        </p:blipFill>
        <p:spPr>
          <a:xfrm>
            <a:off x="6227329" y="770226"/>
            <a:ext cx="319531" cy="309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8CB488-684B-5EB7-0F01-60AB24DBCCEE}"/>
              </a:ext>
            </a:extLst>
          </p:cNvPr>
          <p:cNvSpPr/>
          <p:nvPr/>
        </p:nvSpPr>
        <p:spPr>
          <a:xfrm>
            <a:off x="1065556" y="1628870"/>
            <a:ext cx="607373" cy="614219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6846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A698E-579C-1D53-CD43-CA1580E6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E04010E-8C61-C5DF-A3C7-7BC49F5E4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4" y="1383271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972D40-F775-1BB1-B074-18B5948FF52C}"/>
              </a:ext>
            </a:extLst>
          </p:cNvPr>
          <p:cNvSpPr/>
          <p:nvPr/>
        </p:nvSpPr>
        <p:spPr>
          <a:xfrm>
            <a:off x="481263" y="401052"/>
            <a:ext cx="11566358" cy="52938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1E6FAD-43E3-C9F4-467D-17C46058A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162" y="1163053"/>
            <a:ext cx="4091459" cy="4091459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0929D6B0-96CB-6BCE-FB4C-84B47EDA2599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2810084" y="-40538"/>
            <a:ext cx="709832" cy="2464088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58CF5-9CE3-2071-3D32-62C5C6A59CEC}"/>
              </a:ext>
            </a:extLst>
          </p:cNvPr>
          <p:cNvSpPr/>
          <p:nvPr/>
        </p:nvSpPr>
        <p:spPr>
          <a:xfrm>
            <a:off x="9213627" y="1355622"/>
            <a:ext cx="546538" cy="520261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3AD2E0-AC8A-7BC1-946F-A7BB0BF3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35" t="-792" r="53638" b="85377"/>
          <a:stretch>
            <a:fillRect/>
          </a:stretch>
        </p:blipFill>
        <p:spPr>
          <a:xfrm>
            <a:off x="4609376" y="603696"/>
            <a:ext cx="635270" cy="63068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515482-0E73-047B-37A4-3771F3EE34C9}"/>
              </a:ext>
            </a:extLst>
          </p:cNvPr>
          <p:cNvCxnSpPr/>
          <p:nvPr/>
        </p:nvCxnSpPr>
        <p:spPr>
          <a:xfrm>
            <a:off x="5339729" y="934560"/>
            <a:ext cx="756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F0D0F0-CC0B-7DDB-5BE1-9EFD3AC3F412}"/>
                  </a:ext>
                </a:extLst>
              </p:cNvPr>
              <p:cNvSpPr txBox="1"/>
              <p:nvPr/>
            </p:nvSpPr>
            <p:spPr>
              <a:xfrm>
                <a:off x="5375975" y="571038"/>
                <a:ext cx="6837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CH" b="0" i="1" smtClean="0"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en-CH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F0D0F0-CC0B-7DDB-5BE1-9EFD3AC3F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975" y="571038"/>
                <a:ext cx="6837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838758DB-05EF-9856-EE4F-AC104DA70D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57" t="66" r="53733" b="92378"/>
          <a:stretch>
            <a:fillRect/>
          </a:stretch>
        </p:blipFill>
        <p:spPr>
          <a:xfrm>
            <a:off x="6227329" y="770226"/>
            <a:ext cx="319531" cy="3091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41572F-AD18-F912-AFED-F9867E9CB0AF}"/>
              </a:ext>
            </a:extLst>
          </p:cNvPr>
          <p:cNvSpPr/>
          <p:nvPr/>
        </p:nvSpPr>
        <p:spPr>
          <a:xfrm>
            <a:off x="1629269" y="1546422"/>
            <a:ext cx="607373" cy="614219"/>
          </a:xfrm>
          <a:prstGeom prst="rect">
            <a:avLst/>
          </a:prstGeom>
          <a:noFill/>
          <a:ln>
            <a:solidFill>
              <a:srgbClr val="FF0000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1427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3C7E-B267-67E7-088E-9E06AF0B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57FAFA-BB2D-0ECE-E7B9-59E10557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4" y="1383270"/>
            <a:ext cx="4091460" cy="40914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B36EF28-E7CD-EF1E-6942-770264E7E1AD}"/>
              </a:ext>
            </a:extLst>
          </p:cNvPr>
          <p:cNvSpPr/>
          <p:nvPr/>
        </p:nvSpPr>
        <p:spPr>
          <a:xfrm>
            <a:off x="320649" y="1391546"/>
            <a:ext cx="808903" cy="817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7277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5820-B64C-F267-09AA-971793AB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6E6C5DB-B7D6-CC2F-BD77-47E116F8C4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3732115"/>
                  </p:ext>
                </p:extLst>
              </p:nvPr>
            </p:nvGraphicFramePr>
            <p:xfrm>
              <a:off x="4827894" y="2730500"/>
              <a:ext cx="2536212" cy="213207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45404">
                      <a:extLst>
                        <a:ext uri="{9D8B030D-6E8A-4147-A177-3AD203B41FA5}">
                          <a16:colId xmlns:a16="http://schemas.microsoft.com/office/drawing/2014/main" val="1947600190"/>
                        </a:ext>
                      </a:extLst>
                    </a:gridCol>
                    <a:gridCol w="845404">
                      <a:extLst>
                        <a:ext uri="{9D8B030D-6E8A-4147-A177-3AD203B41FA5}">
                          <a16:colId xmlns:a16="http://schemas.microsoft.com/office/drawing/2014/main" val="1817884030"/>
                        </a:ext>
                      </a:extLst>
                    </a:gridCol>
                    <a:gridCol w="845404">
                      <a:extLst>
                        <a:ext uri="{9D8B030D-6E8A-4147-A177-3AD203B41FA5}">
                          <a16:colId xmlns:a16="http://schemas.microsoft.com/office/drawing/2014/main" val="1808656819"/>
                        </a:ext>
                      </a:extLst>
                    </a:gridCol>
                  </a:tblGrid>
                  <a:tr h="71069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5121163"/>
                      </a:ext>
                    </a:extLst>
                  </a:tr>
                  <a:tr h="71069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6571955"/>
                      </a:ext>
                    </a:extLst>
                  </a:tr>
                  <a:tr h="71069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H" sz="320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de-CH" sz="3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H" sz="3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8087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6E6C5DB-B7D6-CC2F-BD77-47E116F8C4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3732115"/>
                  </p:ext>
                </p:extLst>
              </p:nvPr>
            </p:nvGraphicFramePr>
            <p:xfrm>
              <a:off x="4827894" y="2730500"/>
              <a:ext cx="2536212" cy="213207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45404">
                      <a:extLst>
                        <a:ext uri="{9D8B030D-6E8A-4147-A177-3AD203B41FA5}">
                          <a16:colId xmlns:a16="http://schemas.microsoft.com/office/drawing/2014/main" val="1947600190"/>
                        </a:ext>
                      </a:extLst>
                    </a:gridCol>
                    <a:gridCol w="845404">
                      <a:extLst>
                        <a:ext uri="{9D8B030D-6E8A-4147-A177-3AD203B41FA5}">
                          <a16:colId xmlns:a16="http://schemas.microsoft.com/office/drawing/2014/main" val="1817884030"/>
                        </a:ext>
                      </a:extLst>
                    </a:gridCol>
                    <a:gridCol w="845404">
                      <a:extLst>
                        <a:ext uri="{9D8B030D-6E8A-4147-A177-3AD203B41FA5}">
                          <a16:colId xmlns:a16="http://schemas.microsoft.com/office/drawing/2014/main" val="1808656819"/>
                        </a:ext>
                      </a:extLst>
                    </a:gridCol>
                  </a:tblGrid>
                  <a:tr h="710691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93" t="-1786" r="-201493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3030" t="-1786" r="-104545" b="-2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786" r="-2985" b="-2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5121163"/>
                      </a:ext>
                    </a:extLst>
                  </a:tr>
                  <a:tr h="710691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93" t="-101786" r="-20149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3030" t="-101786" r="-104545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786" r="-2985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6571955"/>
                      </a:ext>
                    </a:extLst>
                  </a:tr>
                  <a:tr h="710691"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93" t="-201786" r="-201493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3030" t="-201786" r="-104545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H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201786" r="-2985" b="-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8087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0830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22</Words>
  <Application>Microsoft Macintosh PowerPoint</Application>
  <PresentationFormat>Widescreen</PresentationFormat>
  <Paragraphs>19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Meyer</dc:creator>
  <cp:lastModifiedBy>Benjamin Meyer</cp:lastModifiedBy>
  <cp:revision>24</cp:revision>
  <dcterms:created xsi:type="dcterms:W3CDTF">2026-04-17T09:11:58Z</dcterms:created>
  <dcterms:modified xsi:type="dcterms:W3CDTF">2026-04-18T19:22:25Z</dcterms:modified>
</cp:coreProperties>
</file>